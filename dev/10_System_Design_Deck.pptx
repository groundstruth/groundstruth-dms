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 DMS — System Design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Management System · High- &amp; Low-Level Design · Target stack: Vercel + Supabase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 build (no native/offline this phase)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 4 wks · Phase 2 6 wks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engineering document · companion to the Delivery Plan &amp; MSA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 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we’re building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in, batches, FIFO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2331720"/>
            <a:ext cx="164592" cy="0"/>
          </a:xfrm>
          <a:prstGeom prst="line">
            <a:avLst/>
          </a:prstGeom>
          <a:noFill/>
          <a:ln w="19050">
            <a:solidFill>
              <a:srgbClr val="5A5F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04872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04872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load-out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96312" y="2240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challan, qty 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96512" y="2331720"/>
            <a:ext cx="164592" cy="0"/>
          </a:xfrm>
          <a:prstGeom prst="line">
            <a:avLst/>
          </a:prstGeom>
          <a:noFill/>
          <a:ln w="19050">
            <a:solidFill>
              <a:srgbClr val="5A5F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61104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61104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52544" y="2240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invoice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52744" y="2331720"/>
            <a:ext cx="164592" cy="0"/>
          </a:xfrm>
          <a:prstGeom prst="line">
            <a:avLst/>
          </a:prstGeom>
          <a:noFill/>
          <a:ln w="19050">
            <a:solidFill>
              <a:srgbClr val="5A5F6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17336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17336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8776" y="2240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atomic, audited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08976" y="2331720"/>
            <a:ext cx="164592" cy="0"/>
          </a:xfrm>
          <a:prstGeom prst="line">
            <a:avLst/>
          </a:prstGeom>
          <a:noFill/>
          <a:ln w="19050">
            <a:solidFill>
              <a:srgbClr val="5A5F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73568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65008" y="2240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cash/UPI recorded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65208" y="2331720"/>
            <a:ext cx="164592" cy="0"/>
          </a:xfrm>
          <a:prstGeom prst="line">
            <a:avLst/>
          </a:prstGeom>
          <a:noFill/>
          <a:ln w="19050">
            <a:solidFill>
              <a:srgbClr val="5A5F6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DECEC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21240" y="22402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stock↔sales↔cash flag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246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sees everything on one dashboard. The reconciliation flag is the anti-leakage core — every unit that leaves the warehouse ends the day sold, returned, or flagged.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build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" y="45262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auth/RBAC, SKU master, inventory (FIFO, low-stock), van load + challan + returns, retailer onboarding, order→invoice→deduct, cash/UPI + owner dashboard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beat + GPS, attendance, ledger + credit, geo-PoD, discounting, WhatsApp/push alerts, daily sales report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5508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(later paid add-ons)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45262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+ auto-sync · native mobile app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scheme engine (buy-X-get-Y)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expense/KM · advanced analytics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damaged-goods / RTV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IRN/e-invoice, e-way bill · payment-gateway money movement · multi-tenant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000" dirty="0"/>
          </a:p>
        </p:txBody>
      </p:sp>
      <p:pic>
        <p:nvPicPr>
          <p:cNvPr id="4" name="Image 0" descr="/home/claude/groundstruth/diagrams/02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043" y="1417320"/>
            <a:ext cx="6388954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50876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21031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monolith.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 client, one application surface organised into cohesive modules — right-sized for one distributor and a two-person team, not premature microservices.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layers.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 (Vercel) → API surface (auto-REST + RPC/Edge Functions) → service modules → Postgres as system of record.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owns its tables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exposes a clean interface, so a hot module (inventory, sales) can be extracted later if the product ever serves many distributors.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</a:t>
            </a:r>
            <a:pPr indent="0" marL="0"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— auth, audit, config, scheduled jobs — run across all modules.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— aligned with BookMyMedia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reuse the BookMyMedia stack so we move fast on familiar tools and can share components. Each choice below earns its place for this DMS.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1284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2514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HOSTING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8529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app, edge-delivered, instant deploys, preview URLs for client demos. Same flow as BookMyMedia.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0248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71416" y="221284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PLATFORM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98848" y="28529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Storage + RLS + Edge Functions + Cron in one. Replaces a whole custom backend.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91856" y="20116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3024" y="2212848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05088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05088" y="2514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0456" y="28529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responsive codebase for owner laptop + field phones; PWA-installable, no native build.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61872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61872" y="4389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7274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check-in, geo-tagged proof-of-delivery, beat mapping (Phase 2).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70248" y="3886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71416" y="4087368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4471416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983480" y="4389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98848" y="47274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reports, invoice email, transactional mail. Simple, developer-first.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91856" y="3886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93024" y="4087368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7" name="Text 35"/>
          <p:cNvSpPr/>
          <p:nvPr/>
        </p:nvSpPr>
        <p:spPr>
          <a:xfrm>
            <a:off x="8193024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05088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WhatsApp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705088" y="4389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0456" y="47274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&amp; payment alerts where the distributor actually reads them.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Claude (LLM) as a development accelerator and optional in-app assist later. Domain + GroundsTruth accounts hold all of these; infra billed to client pass-through.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Supabase is the right call here</a:t>
            </a:r>
            <a:endParaRPr lang="en-US" sz="3000" dirty="0"/>
          </a:p>
        </p:txBody>
      </p:sp>
      <p:pic>
        <p:nvPicPr>
          <p:cNvPr id="4" name="Image 0" descr="/home/claude/groundstruth/diagrams/08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69609"/>
            <a:ext cx="5852160" cy="32444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89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not five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Postgres, storage, realtime, scheduled jobs and an auto-generated API in a single managed service — a two-person team ships in weeks, not months.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60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Postgres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9077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document store. We get transactions (for atomic invoice+deduct), constraints (qty ≥ 0), and proper relations for ledger integrity.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803904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7307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at the database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0782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enforces access on the data itself, so a driver cannot read another beat’s rows even via the raw API — stronger than app-only checks.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974336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90118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&amp; predictable to run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524865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free tier, ~$25/mo Pro; the client pays infra pass-through. Self-hostable later if ever needed.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+ Row Level Security</a:t>
            </a:r>
            <a:endParaRPr lang="en-US" sz="3000" dirty="0"/>
          </a:p>
        </p:txBody>
      </p:sp>
      <p:pic>
        <p:nvPicPr>
          <p:cNvPr id="4" name="Image 0" descr="/home/claude/groundstruth/diagrams/09_r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09902"/>
            <a:ext cx="6949440" cy="35125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5448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214884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via Supabase Auth → JWT carrying the user’s role.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policies use auth.uid() + role claim to filter every query at the DB.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sees all; warehouse sees stock; driver sees only their beat &amp; cannot see margins.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</a:t>
            </a:r>
            <a:pPr indent="0" marL="0">
              <a:buNone/>
            </a:pPr>
            <a:r>
              <a:rPr lang="en-US" sz="115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capped by an approval ceiling so a driver can’t invent them.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(Postgres)</a:t>
            </a:r>
            <a:endParaRPr lang="en-US" sz="3000" dirty="0"/>
          </a:p>
        </p:txBody>
      </p:sp>
      <p:pic>
        <p:nvPicPr>
          <p:cNvPr id="4" name="Image 0" descr="/home/claude/groundstruth/diagrams/04_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696" y="1371600"/>
            <a:ext cx="6436529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46304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1627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rules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58200" y="205740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qty_on_hand ≥ 0 enforced by constraint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↔ order is 1:1; number from a configured series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+ stock deduct in one transaction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≤ role ceiling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ledger_entries &amp; audit_log are append-only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reads van_load_lines vs invoiced qty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on every exposed table — no exceptions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→ Invoice → Stock deduct (atomic)</a:t>
            </a:r>
            <a:endParaRPr lang="en-US" sz="3000" dirty="0"/>
          </a:p>
        </p:txBody>
      </p:sp>
      <p:pic>
        <p:nvPicPr>
          <p:cNvPr id="4" name="Image 0" descr="/home/claude/groundstruth/diagrams/10_ato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795" y="1463040"/>
            <a:ext cx="6944009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55448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FDECEC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atomic matters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19456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and stock deduction run in a single Postgres transaction — implemented as a database function (RPC) or Supabase Edge Function.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both happen or neither does. The system can never invoice without deducting stock, or deduct without invoicing.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the reconciliation depends on: if the books and the stock can drift, leakage hides. Here they cannot.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stock ↔ sales ↔ cash reconciliation</a:t>
            </a:r>
            <a:endParaRPr lang="en-US" sz="3000" dirty="0"/>
          </a:p>
        </p:txBody>
      </p:sp>
      <p:pic>
        <p:nvPicPr>
          <p:cNvPr id="4" name="Image 0" descr="/home/claude/groundstruth/diagrams/06_reconcil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475" y="1417320"/>
            <a:ext cx="6239211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55448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73568" y="1719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identity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73568" y="21488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expected_returned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qty_out − qty_sold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expected_returned − qty_returned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cash_variance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E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cash_expected − cash_collected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|variance| &gt; tolerance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cash_variance ≠ 0: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FLAG to owner + audit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73568" y="5029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is configurable to the client’s “normal”. Built with audit from day one.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layers: Supabase’s auto-generated REST/typed client for straightforward reads &amp; writes (guarded by RLS), and explicit RPC/Edge Functions for multi-step business logic that must be transactional or server-trusted.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657600"/>
                <a:gridCol w="16459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Endpoint / call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Implemented via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/auth/otp · /auth/verify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Request + verify OTP, issue JWT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public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</a:rPr>
                        <a:t>Supabase Auth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GET/POST /skus, /retailers, /inventory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Catalog, retailer, stock CRUD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owner/warehouse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</a:rPr>
                        <a:t>Auto REST + RLS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/orders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Create draft order with lines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driver/rep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</a:rPr>
                        <a:t>Auto REST + RLS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RPC create_invoice(order_id)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Invoice + stock deduct + audit (atomic)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driver/rep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</a:rPr>
                        <a:t>RPC / Edge Fn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RPC reconcile_van(load_id)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Compute variance, flag if beyond tolerance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warehouse/owner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</a:rPr>
                        <a:t>RPC / Edge Fn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/collections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Record cash/UPI against invoice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driver/rep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</a:rPr>
                        <a:t>Auto REST + RLS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RPC post_ledger(retailer,…)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Ledger entry + credit check (Phase 2)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system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</a:rPr>
                        <a:t>RPC / Edge Fn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Edge Fn notify(target,channel,…)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Send WhatsApp/email/push alert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system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</a:rPr>
                        <a:t>Edge Fn → Meta/Resend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2E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/dashboard, /reports/dsr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E37"/>
                          </a:solidFill>
                        </a:rPr>
                        <a:t>KPIs, daily sales report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F6A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</a:rPr>
                        <a:t>Auto REST + RLS / view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means even the auto-generated endpoints are safe to call from the browser — the database refuses rows the user shouldn’t see.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NFRs — targets we hold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screens &lt; 1.5s p95 on 4G; dashboard &lt; 3s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Indexes; pagination; async PDF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70248" y="15544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71416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71416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Invoice+deduct atomic; ledger never silently wrong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71416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+ constraints + audit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91856" y="15544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93024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loaded unit sold/returned/flagged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93024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routine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Role-scoped; OTP; TLS; least-privilege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995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RLS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70248" y="30632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71416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71416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business hours (needs connectivity)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71416" y="3995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infra, backups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91856" y="30632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93024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93024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Who/what/when on stock, money, discounts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93024" y="3995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audit_log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user completes an order in few taps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" y="5504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role UI, big targets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70248" y="45720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71416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71416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SKU/role/tax without code change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71416" y="5504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91856" y="45720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193024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Backup/DR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93024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 + tested restore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93024" y="5504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backups + runbook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THESE THROUGHOUT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Considerations &amp;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hotspots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Inventory/van ledger + variance flag — build first, audit from day 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Invoice/challan/HSN/tax — config-driven, to client CA’s signed-off spec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discount — bounded by approval ceiling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config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slabs, invoice series, thresholds, ceiling, tolerance — all config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validated on import; gaps flagged before clock-start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50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required — show clear ‘no network’ states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on invoice/collection POSTs (avoid double-submit)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 + tested restore before go-live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050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on every table; service key only server-side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sees own beat only; margins hidden from field roles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GPS/attendance collected with staff awareness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keep it trustworthy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enforced at the data layer, and every consequential action leaves a trail. Governance is built in from day one — not bolted on before go-live.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4884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46888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(phone OTP) + Row Level Security on every exposed table. A user’s role and id are in the JWT; the database filters rows. Field roles never see margins or other beats.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71416" y="2148840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9704" y="246888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audit_log captures who/what/when for every mutation that touches stock, invoices, collections, discounts and variance flags. Never updated or deleted — a tamper-evident history.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91856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2148840"/>
            <a:ext cx="146304" cy="146304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keys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11312" y="246888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Service-role key used server-side only (RPC/Edge Functions); the browser only ever holds the anon key, which RLS makes safe. Secrets in env/Supabase Vault, never in code or the repo.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251960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" y="4178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8096" y="457200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gets only the permissions it needs; admin/bypass operations are server-side and logged. No shared logins for privileged roles.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0248" y="4069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71416" y="425196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872" y="4178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 &amp; export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9704" y="457200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owns its data and its instance; data export available on request. Mutual NDA; client/CA own tax-format correctness, we build to the signed-off spec.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91856" y="4069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93024" y="425196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178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release control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11312" y="457200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DB migrations (no manual prod edits), separate dev/staging, reviewed schema changes, daily backups + a tested restore runbook before go-live.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RLS + atomic writes together are what make the anti-leakage claim real: the books can’t silently drift, and every change is attributable.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GroundsTruth · DMS System Design · Internal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core first, prove it, then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213055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on Vercel, Supabase project, schema + RLS, auth, design system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07040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0–1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23360" y="30906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 atomic invoice + van reconciliation (the anti-leakage spine) + collection +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07040" y="3108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457200" cy="4572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4050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Beat/GPS, attendance, ledger/credit, geo-PoD, discounting, alerts router, DSR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0704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029200"/>
            <a:ext cx="457200" cy="45720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023360" y="50109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 critical paths, pilot with 2–3 users, backups, go-live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07040" y="5029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step-by-step build is in the Excel Delivery Tracker (70 low-level steps, MVP then Phase 2).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GroundsTruth DMS — System Design</dc:title>
  <dc:subject>PptxGenJS Presentation</dc:subject>
  <dc:creator>GroundsTruth</dc:creator>
  <cp:lastModifiedBy>GroundsTruth</cp:lastModifiedBy>
  <cp:revision>1</cp:revision>
  <dcterms:created xsi:type="dcterms:W3CDTF">2026-06-18T05:56:36Z</dcterms:created>
  <dcterms:modified xsi:type="dcterms:W3CDTF">2026-06-18T05:56:36Z</dcterms:modified>
</cp:coreProperties>
</file>